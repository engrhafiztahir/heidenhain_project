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72" r:id="rId8"/>
    <p:sldId id="273" r:id="rId9"/>
    <p:sldId id="274" r:id="rId10"/>
    <p:sldId id="275" r:id="rId11"/>
    <p:sldId id="277" r:id="rId12"/>
    <p:sldId id="27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7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05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1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05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7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47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7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3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0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3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7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4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51" y="2466333"/>
            <a:ext cx="8621486" cy="1470025"/>
          </a:xfrm>
        </p:spPr>
        <p:txBody>
          <a:bodyPr>
            <a:noAutofit/>
          </a:bodyPr>
          <a:lstStyle/>
          <a:p>
            <a:r>
              <a:rPr lang="en-GB" sz="4400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MEX maintenance software</a:t>
            </a:r>
            <a:endParaRPr lang="en-GB" sz="44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240764"/>
            <a:ext cx="7772400" cy="1752600"/>
          </a:xfrm>
        </p:spPr>
        <p:txBody>
          <a:bodyPr>
            <a:normAutofit/>
          </a:bodyPr>
          <a:lstStyle/>
          <a:p>
            <a:r>
              <a:rPr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Overview, Key Features &amp; Conclusion</a:t>
            </a:r>
          </a:p>
          <a:p>
            <a:r>
              <a:rPr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lang="en-GB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Hafiz Muhammad Tahir Nisar</a:t>
            </a:r>
            <a:endParaRPr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43" y="301006"/>
            <a:ext cx="2532482" cy="2379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MEX?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233" y="1469575"/>
            <a:ext cx="3946849" cy="4525963"/>
          </a:xfrm>
        </p:spPr>
        <p:txBody>
          <a:bodyPr wrap="square">
            <a:noAutofit/>
          </a:bodyPr>
          <a:lstStyle/>
          <a:p>
            <a:pPr algn="just"/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MEX is a </a:t>
            </a:r>
            <a:r>
              <a:rPr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Computerized 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Management System (CMMS) that helps </a:t>
            </a:r>
            <a:r>
              <a:rPr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assets, work orders, inspections, and inventory.</a:t>
            </a:r>
          </a:p>
          <a:p>
            <a:pPr algn="just"/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Maintenance Experts (Australia) for asset-intensive industries.</a:t>
            </a:r>
          </a:p>
        </p:txBody>
      </p:sp>
      <p:pic>
        <p:nvPicPr>
          <p:cNvPr id="1026" name="Picture 2" descr="https://img.youtube.com/vi/94YOar56fc0/hq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082" y="1554163"/>
            <a:ext cx="4572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1" y="252868"/>
            <a:ext cx="7335027" cy="1303867"/>
          </a:xfrm>
        </p:spPr>
        <p:txBody>
          <a:bodyPr>
            <a:normAutofit/>
          </a:bodyPr>
          <a:lstStyle/>
          <a:p>
            <a:pPr algn="ctr"/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MEX? – Key </a:t>
            </a:r>
            <a:r>
              <a:rPr sz="4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1" y="1343612"/>
            <a:ext cx="7404653" cy="4509796"/>
          </a:xfrm>
        </p:spPr>
        <p:txBody>
          <a:bodyPr wrap="square">
            <a:noAutofit/>
          </a:bodyPr>
          <a:lstStyle/>
          <a:p>
            <a:pPr algn="just"/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management </a:t>
            </a:r>
            <a:r>
              <a:rPr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orders, preventive maintenance, and asset </a:t>
            </a:r>
            <a:r>
              <a:rPr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with strong reporting and dashboard </a:t>
            </a:r>
            <a:r>
              <a:rPr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</a:t>
            </a: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manufacturing, construction, and facility </a:t>
            </a:r>
            <a:r>
              <a:rPr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lang="en-GB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modules in MEX maintenance software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the important modules in MEX maintenance software.</a:t>
            </a:r>
          </a:p>
          <a:p>
            <a:pPr marL="457200" indent="-457200">
              <a:buAutoNum type="arabicPeriod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Orders </a:t>
            </a:r>
          </a:p>
          <a:p>
            <a:pPr marL="457200" indent="-457200">
              <a:buAutoNum type="arabicPeriod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  <a:p>
            <a:pPr marL="457200" indent="-457200">
              <a:buAutoNum type="arabicPeriod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Readings </a:t>
            </a:r>
          </a:p>
          <a:p>
            <a:pPr marL="457200" indent="-457200">
              <a:buAutoNum type="arabicPeriod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Invoicing </a:t>
            </a:r>
          </a:p>
          <a:p>
            <a:pPr marL="457200" indent="-457200">
              <a:buAutoNum type="arabicPeriod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Preventative Maintenance </a:t>
            </a:r>
          </a:p>
          <a:p>
            <a:pPr marL="457200" indent="-457200">
              <a:buAutoNum type="arabicPeriod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Inventory/ Spare parts Management 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34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21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Asset</a:t>
            </a:r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423" y="832273"/>
            <a:ext cx="4680471" cy="5066620"/>
          </a:xfrm>
        </p:spPr>
        <p:txBody>
          <a:bodyPr wrap="square">
            <a:normAutofit/>
          </a:bodyPr>
          <a:lstStyle/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database for all the assets, equipment, machine tools etc. </a:t>
            </a:r>
          </a:p>
          <a:p>
            <a:pPr algn="just"/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asset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detail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including location, serial number, and maintenance </a:t>
            </a:r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condition and lifecycle of each </a:t>
            </a:r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asset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Build assets hierarchy for better assets management. 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preventative maintenance planning.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mex.com.au/content/Images/Products/MEX/MEXAssetRegister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537" y="1410767"/>
            <a:ext cx="4086808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2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66" y="845906"/>
            <a:ext cx="4122074" cy="4351338"/>
          </a:xfrm>
        </p:spPr>
        <p:txBody>
          <a:bodyPr wrap="square">
            <a:noAutofit/>
          </a:bodyPr>
          <a:lstStyle/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assign, and track maintenance </a:t>
            </a:r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jobs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jobs can be assign either manually or automatically.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materials, labor, and inspection results for </a:t>
            </a:r>
            <a:r>
              <a:rPr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orders can be scheduled at a fixed interval for better man power utilization.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monitoring the work order either open, complete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in process. </a:t>
            </a:r>
          </a:p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Working with Group Work Orders in ME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64" y="1326792"/>
            <a:ext cx="4715635" cy="334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2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66" y="845906"/>
            <a:ext cx="4338734" cy="4351338"/>
          </a:xfrm>
        </p:spPr>
        <p:txBody>
          <a:bodyPr wrap="square">
            <a:normAutofit/>
          </a:bodyPr>
          <a:lstStyle/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work order is closed in MEX, it becomes a history record.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tell all the previous maintenance record linked to an asset or work order.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preventative maintenance by checking asset history. 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service/ inspection history for each of the asset. </a:t>
            </a:r>
            <a:endParaRPr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A look at History Committed in ME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26792"/>
            <a:ext cx="4473430" cy="360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28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2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Readings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66" y="891626"/>
            <a:ext cx="4122074" cy="4351338"/>
          </a:xfrm>
        </p:spPr>
        <p:txBody>
          <a:bodyPr wrap="square">
            <a:normAutofit/>
          </a:bodyPr>
          <a:lstStyle/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readings module record numerical or usage values (hours run, kilometres, cycle, etc.).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 relevant parent asset and enter the reading via form.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estimating cost and replacement planning. 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record of the equipment usage.     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Capture More Readings with MEX Prestar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240" y="1387752"/>
            <a:ext cx="4786430" cy="295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19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2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Invoicing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66" y="1386926"/>
            <a:ext cx="4122074" cy="4351338"/>
          </a:xfrm>
        </p:spPr>
        <p:txBody>
          <a:bodyPr wrap="square">
            <a:normAutofit/>
          </a:bodyPr>
          <a:lstStyle/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Creates invoice for maintenance work performed.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work order data so that when work order is complete, generate invoice directly from it. 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 outstanding invoices, manage payment due dates and revenue tracking.</a:t>
            </a:r>
            <a:endParaRPr lang="en-GB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Supplier Invo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340" y="1503219"/>
            <a:ext cx="4730792" cy="280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7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2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Preventative Maintenance (PM)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66" y="1386926"/>
            <a:ext cx="4574954" cy="4351338"/>
          </a:xfrm>
        </p:spPr>
        <p:txBody>
          <a:bodyPr wrap="square">
            <a:normAutofit/>
          </a:bodyPr>
          <a:lstStyle/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preventative maintenance in advance before the breakdown of the machine occur. 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frequency either by time, usage or readings so to know when the maintenance is due.  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preventative maintenance is schedule, it automatically generates the work orders.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reduce the downtime and extend asset life time.   </a:t>
            </a:r>
          </a:p>
          <a:p>
            <a:pPr algn="just"/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Turning Off a Preventative Maintenance Schedule in ME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220" y="1538742"/>
            <a:ext cx="4267200" cy="346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90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29"/>
            <a:ext cx="8446770" cy="1325563"/>
          </a:xfrm>
        </p:spPr>
        <p:txBody>
          <a:bodyPr>
            <a:normAutofit/>
          </a:bodyPr>
          <a:lstStyle/>
          <a:p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Inventory/ Spare parts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66" y="1386926"/>
            <a:ext cx="4216814" cy="4351338"/>
          </a:xfrm>
        </p:spPr>
        <p:txBody>
          <a:bodyPr wrap="square">
            <a:normAutofit/>
          </a:bodyPr>
          <a:lstStyle/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 work order is issue the spare parts list can be issued directly from the inventory. 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managing the stock outs of critical parts. </a:t>
            </a:r>
          </a:p>
          <a:p>
            <a:pPr algn="just"/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keep tracking of consumable items, spare items by managing in a centralized inventory approach. </a:t>
            </a:r>
          </a:p>
          <a:p>
            <a:pPr marL="0" indent="0" algn="just">
              <a:buNone/>
            </a:pPr>
            <a:r>
              <a:rPr lang="en-GB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https://www.mex.com.au/Content/Images/Products/Store/MEX-Devices-Stor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86926"/>
            <a:ext cx="4884420" cy="333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56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2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Summary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66" y="1386926"/>
            <a:ext cx="8788814" cy="4351338"/>
          </a:xfrm>
        </p:spPr>
        <p:txBody>
          <a:bodyPr wrap="square">
            <a:normAutofit/>
          </a:bodyPr>
          <a:lstStyle/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Centralised data and asset visibility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maintenance costs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compliance tracking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decision-making via dashboards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user interface for different operations </a:t>
            </a: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for large organizations with daily routine tasks. 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01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525</Words>
  <Application>Microsoft Office PowerPoint</Application>
  <PresentationFormat>On-screen Show (4:3)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Introduction to MEX maintenance software</vt:lpstr>
      <vt:lpstr>What is MEX?</vt:lpstr>
      <vt:lpstr>Why MEX? – Key Capabilities</vt:lpstr>
      <vt:lpstr>Important modules in MEX maintenance software</vt:lpstr>
      <vt:lpstr>Assets</vt:lpstr>
      <vt:lpstr>Work Orders</vt:lpstr>
      <vt:lpstr>History</vt:lpstr>
      <vt:lpstr>Readings</vt:lpstr>
      <vt:lpstr>Invoicing</vt:lpstr>
      <vt:lpstr>Preventative Maintenance (PM)</vt:lpstr>
      <vt:lpstr>Inventory/ Spare parts Management </vt:lpstr>
      <vt:lpstr>Benefits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MEX Maintenance Software</dc:title>
  <dc:subject/>
  <dc:creator>Hafiz Muhammad Tahir Nisar</dc:creator>
  <cp:keywords/>
  <dc:description>generated using python-pptx</dc:description>
  <cp:lastModifiedBy>Tahir Nisar</cp:lastModifiedBy>
  <cp:revision>273</cp:revision>
  <dcterms:created xsi:type="dcterms:W3CDTF">2013-01-27T09:14:16Z</dcterms:created>
  <dcterms:modified xsi:type="dcterms:W3CDTF">2025-11-14T01:51:51Z</dcterms:modified>
  <cp:category/>
</cp:coreProperties>
</file>